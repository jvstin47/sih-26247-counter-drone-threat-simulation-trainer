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352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347001"/>
            <a:ext cx="6005719" cy="616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SIH26177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 deployable AI-powered autonomous drone that aids search-and-rescue operations by detecting people and hazards, thereby improving responder safety and reducing victim discovery time.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Robotics and Drones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141943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Phoenix 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3523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7524</TotalTime>
  <Words>346</Words>
  <Application>Microsoft Macintosh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Justin </cp:lastModifiedBy>
  <cp:revision>149</cp:revision>
  <dcterms:created xsi:type="dcterms:W3CDTF">2013-12-12T18:46:50Z</dcterms:created>
  <dcterms:modified xsi:type="dcterms:W3CDTF">2026-09-18T06:04:45Z</dcterms:modified>
  <cp:category/>
</cp:coreProperties>
</file>